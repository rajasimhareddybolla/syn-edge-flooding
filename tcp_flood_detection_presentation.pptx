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0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Socket-Level Lightweight Detection of</a:t>
            </a:r>
            <a:br/>
            <a:r>
              <a:t>TCP Flooding Attacks in Edge Networks</a:t>
            </a:r>
          </a:p>
          <a:p>
            <a:pPr>
              <a:spcBef>
                <a:spcPts val="1400"/>
              </a:spcBef>
              <a:defRPr sz="1800">
                <a:solidFill>
                  <a:srgbClr val="06B6D4"/>
                </a:solidFill>
              </a:defRPr>
            </a:pPr>
            <a:r>
              <a:t>Empirical Evaluation, Linux Kernel State Telemetry &amp; Real-Time Defense on AWS EC2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75488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Research Highlights &amp; Academic Presentation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Domain: Network Programming, Transport Layer Security (L4), Linux Kernel Internals (/proc/net/)</a:t>
            </a:r>
            <a:br/>
            <a:r>
              <a:t>• Testbed: 3-Node Cloud VPC on AWS EC2 (Victim, Attacker, Client) with 65 Serial Empirical Runs</a:t>
            </a:r>
            <a:br/>
            <a:r>
              <a:t>• Outcome: 100% Attack Recall, 1.19s Median Delay, 96.2% Less CPU Overhead than Packet-Level IDS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Edge Dilemma: Why Existing Solutions Fail on Edge Servers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Resource constraints at the edge make traditional packet inspection and naive firewalls impractical.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❌ Packet-Level IDS (DPI)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Tools: Suricata, Snort, Zeek</a:t>
            </a:r>
            <a:br/>
            <a:r>
              <a:t>Mechanism: Copies raw packet frames from kernel to user space for payload/header inspection.</a:t>
            </a:r>
            <a:br/>
            <a:br/>
            <a:r>
              <a:t>Why it fails at the edge:</a:t>
            </a:r>
            <a:br/>
            <a:r>
              <a:t>• Heavy CPU drain: 4.8% to 15% CPU load.</a:t>
            </a:r>
            <a:br/>
            <a:r>
              <a:t>• Memory footprint: &gt; 140 MB RSS.</a:t>
            </a:r>
            <a:br/>
            <a:r>
              <a:t>• Starves collocated applications on IoT gateways and micro-instances.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❌ Naive Volume Firewalls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Tools: iptables hashlimit, static rules</a:t>
            </a:r>
            <a:br/>
            <a:r>
              <a:t>Mechanism: Triggers alerts when packet rate or raw socket count exceeds a fixed ceiling.</a:t>
            </a:r>
            <a:br/>
            <a:br/>
            <a:r>
              <a:t>Why it fails at the edge:</a:t>
            </a:r>
            <a:br/>
            <a:r>
              <a:t>• Catastrophic False Positives during legitimate Flash Crowds (e.g., ticket release, news).</a:t>
            </a:r>
            <a:br/>
            <a:r>
              <a:t>• Inability to distinguish high genuine traffic from malicious flooding.</a:t>
            </a:r>
            <a:br/>
            <a:r>
              <a:t>• Drops paying customers.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✅ Our Approach: Socket Telemetry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Mechanism: Direct 1 Hz sampling of Linux kernel socket state tables (/proc/net/). Zero packet copying.</a:t>
            </a:r>
            <a:br/>
            <a:br/>
            <a:r>
              <a:t>Why it succeeds:</a:t>
            </a:r>
            <a:br/>
            <a:r>
              <a:t>• Ultra-lightweight: 0.18% CPU &amp; 15 MB RAM.</a:t>
            </a:r>
            <a:br/>
            <a:r>
              <a:t>• Handshake Completion Ratio (HCR) cleanly separates crowds from attacks.</a:t>
            </a:r>
            <a:br/>
            <a:r>
              <a:t>• Rapid sub-2-second detection delay.</a:t>
            </a:r>
            <a:br/>
            <a:r>
              <a:t>• Production-ready on standard Linux ABIs.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NETWORK PROGRAMMING &amp;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Linux Kernel TCP Connection Mechanics: The Three Queues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Understanding how Linux handles the 3-way handshake reveals exactly where flood signatures appear.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1. SYN Queue (Half-Open)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State: TCP_SYN_RECV (03)</a:t>
            </a:r>
            <a:br/>
            <a:r>
              <a:t>Governed by: tcp_max_syn_backlog</a:t>
            </a:r>
            <a:br/>
            <a:br/>
            <a:r>
              <a:t>• When a TCP SYN arrives, the kernel allocates a lightweight request_sock.</a:t>
            </a:r>
            <a:br/>
            <a:r>
              <a:t>• Server replies with SYN-ACK and waits for client ACK.</a:t>
            </a:r>
            <a:br/>
            <a:r>
              <a:t>• In SYN Flood (S2): Attacker never ACKs. Sockets saturate the 128-slot backlog within 2s, causing ListenDrops!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2. Accept Queue (Backlog)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State: TCP_ESTABLISHED (01)</a:t>
            </a:r>
            <a:br/>
            <a:r>
              <a:t>Governed by: listen(fd, backlog=128)</a:t>
            </a:r>
            <a:br/>
            <a:br/>
            <a:r>
              <a:t>• When client returns ACK, handshake is complete. Sockets move to accept queue.</a:t>
            </a:r>
            <a:br/>
            <a:r>
              <a:t>• In Flash Crowd (S1): Sockets enter and leave accept queue in milliseconds.</a:t>
            </a:r>
            <a:br/>
            <a:r>
              <a:t>• Counter PassiveOpens increments for every successfully completed handshake.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3. Active Established Pool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State: TCP_ESTABLISHED (01)</a:t>
            </a:r>
            <a:br/>
            <a:r>
              <a:t>Governed by: ulimit -n (File Descriptors)</a:t>
            </a:r>
            <a:br/>
            <a:br/>
            <a:r>
              <a:t>• nginx accept() consumes socket from listen queue into worker process.</a:t>
            </a:r>
            <a:br/>
            <a:r>
              <a:t>• In Connection Hold (S3): Attacker completes handshake, then idles!</a:t>
            </a:r>
            <a:br/>
            <a:r>
              <a:t>• SYN queue stays at 0! But established count surges to 100, 500, 1000+.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EXPERIMENTAL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3-Node AWS Cloud Testbed &amp; 65-Run Empirical Campaign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Strict isolated environment with safety gates, reproducible traffic generators, and no internet leakage.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AWS EC2 Testbed Architecture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Victim (t3.micro, 172.31.37.214): Ubuntu 24.04, Nginx 1.24 (backlog=128), 1 Hz telemetry sampler.</a:t>
            </a:r>
            <a:br/>
            <a:r>
              <a:t>• Attacker (t3.micro, 172.31.42.168): hping3 &amp; conn_hold.py governed by attack_guard.sh.</a:t>
            </a:r>
            <a:br/>
            <a:r>
              <a:t>• Client (t3.micro, 172.31.41.87): wrk quiet load (~4k req/s), ab flash crowds, 1 Hz curl probe.</a:t>
            </a:r>
            <a:br/>
            <a:br/>
            <a:r>
              <a:t>Strict Safety Guardrails:</a:t>
            </a:r>
            <a:br/>
            <a:r>
              <a:t>• Gate G1: Zero 0.0.0.0/0 ingress rules; isolated VPC.</a:t>
            </a:r>
            <a:br/>
            <a:r>
              <a:t>• Gate G2: Automated attack_guard.sh (&lt;=60s, &lt;=10k pps, target check, kill switch /tmp/LAB_STOP).</a:t>
            </a:r>
            <a:br/>
            <a:r>
              <a:t>• Capacity Calibration: Peak capacity = 23,525 req/s.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13 Empirical Scenarios (65 Runs Total)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S0: Quiet Baseline (wrk -c2, 120s window) — 5 reps</a:t>
            </a:r>
            <a:br/>
            <a:r>
              <a:t>• S1S/M/L: Flash Crowds (ab concurrency 10, 25, 50) — 15 reps</a:t>
            </a:r>
            <a:br/>
            <a:r>
              <a:t>• S2L/M/H: SYN Floods (hping3 at 100, 1k, 10k pps) — 15 reps</a:t>
            </a:r>
            <a:br/>
            <a:r>
              <a:t>• S3L/M/H: Connection Floods (conn_hold at 100, 500, 2k) — 15 reps</a:t>
            </a:r>
            <a:br/>
            <a:r>
              <a:t>• S4: Compound Attack (Flash Crowd M + SYN Flood M) — 5 reps</a:t>
            </a:r>
            <a:br/>
            <a:r>
              <a:t>• S5M/H: Mitigated Floods (tcp_syncookies=1, 1k &amp; 10k pps) — 10 reps</a:t>
            </a:r>
            <a:br/>
            <a:br/>
            <a:r>
              <a:t>Execution Protocol:</a:t>
            </a:r>
            <a:br/>
            <a:r>
              <a:t>• Randomized block ordering (5 blocks of 13 runs).</a:t>
            </a:r>
            <a:br/>
            <a:r>
              <a:t>• 100% completion rate (65/65 completed, 0 aborts).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CORE METRIC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Handshake Completion Ratio (HCR): Quantifying Failed Opens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HCR separates legitimate traffic volume spikes from malicious connection starvation.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9377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Mathematical Definition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HCR = ΔPassiveOpens / max(1, ΔPassiveOpens + ΔListenDrops + syn_recv)</a:t>
            </a:r>
            <a:br/>
            <a:br/>
            <a:r>
              <a:t>Where per 1-second sample:</a:t>
            </a:r>
            <a:br/>
            <a:r>
              <a:t>• ΔPassiveOpens: Successful 3-way handshakes completed.</a:t>
            </a:r>
            <a:br/>
            <a:r>
              <a:t>• ΔListenDrops: SYNs dropped due to full listen backlog.</a:t>
            </a:r>
            <a:br/>
            <a:r>
              <a:t>• syn_recv: Instantaneous sockets stalled in half-open state.</a:t>
            </a:r>
            <a:br/>
            <a:br/>
            <a:r>
              <a:t>Behavior Across Traffic Regimes:</a:t>
            </a:r>
            <a:br/>
            <a:r>
              <a:t>• Quiet Baseline (S0): HCR = 1.000 (handshakes complete normally).</a:t>
            </a:r>
            <a:br/>
            <a:r>
              <a:t>• Flash Crowd (S1): HCR = 1.000 (handshake rate scales with load).</a:t>
            </a:r>
            <a:br/>
            <a:r>
              <a:t>• SYN Flood (S2): HCR collapses to 0.000 – 0.110 (all SYNs drop)!</a:t>
            </a:r>
          </a:p>
        </p:txBody>
      </p:sp>
      <p:pic>
        <p:nvPicPr>
          <p:cNvPr id="6" name="Picture 5" descr="F3_completion_ratio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486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DETECTOR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From Naive Volume to Adaptive Multi-Branch Detection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Evaluating how detector intelligence evolves to handle complex attack variations.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B1: Naive Static Volume Threshold (Baseline)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Logic: Alarm if syn_recv &gt;= threshold (tuned to 16 sockets).</a:t>
            </a:r>
            <a:br/>
            <a:r>
              <a:t>• Limitation: Completely blind to Connection Floods (S3) where syn_recv stays at ~2. Cannot distinguish mitigation.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D1: Proposed Adaptive Dual-Signal Detector (EWMA + HCR)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Logic: Alarm if (syn_recv_EWMA &gt;= Volume Threshold) AND (HCR_EWMA &lt;= tau).</a:t>
            </a:r>
            <a:br/>
            <a:r>
              <a:t>• Innovation: Baseline Freezing during alarm state prevents attack traffic from poisoning the normal distribution.</a:t>
            </a:r>
            <a:br/>
            <a:r>
              <a:t>• Breakthrough: 0.0% False Alarms during Flash Crowds! But still blind to connection holds.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D2: Extended Multi-Branch Detector (Full System)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Branch 1 (SYN Floods): D1 Dual-Signal EWMA (syn_recv + HCR).</a:t>
            </a:r>
            <a:br/>
            <a:r>
              <a:t>• Branch 2 (Connection Floods): established_EWMA &gt;= 50 sockets AND top_src_share &gt;= 0.70 (source concentration).</a:t>
            </a:r>
            <a:br/>
            <a:r>
              <a:t>• Branch 3 (Mitigation Branch): d_syncookies_sent &gt;= 30 cookies/sec (detects active kernel defense).</a:t>
            </a:r>
            <a:br/>
            <a:r>
              <a:t>• Result: 100.0% Attack Recall across all attack categories!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KEY EMPIRICAL OBSERVATION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'Wedding vs. Prank' Contrast: Flash Crowd vs. SYN Flood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Side-by-side telemetry comparison of legitimate traffic spike vs malicious socket starvation.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Empirical Finding: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Flash Crowd (S1M, Left Panel):</a:t>
            </a:r>
            <a:br/>
            <a:r>
              <a:t>• 30,000 requests at concurrency 25.</a:t>
            </a:r>
            <a:br/>
            <a:r>
              <a:t>• syn_recv stays tiny (&lt; 5 sockets).</a:t>
            </a:r>
            <a:br/>
            <a:r>
              <a:t>• Completion ratio stays at 1.0 (handshakes complete in &lt; 1ms).</a:t>
            </a:r>
            <a:br/>
            <a:r>
              <a:t>• Result: 0.0% False Alarms.</a:t>
            </a:r>
            <a:br/>
            <a:br/>
            <a:r>
              <a:t>SYN Flood (S2M, Right Panel):</a:t>
            </a:r>
            <a:br/>
            <a:r>
              <a:t>• 1,000 pps raw SYN flood.</a:t>
            </a:r>
            <a:br/>
            <a:r>
              <a:t>• syn_recv saturates the 128-slot backlog within 2.3 seconds!</a:t>
            </a:r>
            <a:br/>
            <a:r>
              <a:t>• Completion ratio drops immediately to 0.0.</a:t>
            </a:r>
            <a:br/>
            <a:r>
              <a:t>• Result: Instantaneous detection in 1.17s.</a:t>
            </a:r>
          </a:p>
        </p:txBody>
      </p:sp>
      <p:pic>
        <p:nvPicPr>
          <p:cNvPr id="5" name="Picture 4" descr="F2_wedding_vs_prank_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217920" cy="38830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KEY EMPIRICAL OBSERVATION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Connection Flood Blindspot &amp; Resolution via D2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Why half-open monitoring fails on connection holds, and how established tracking resolves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The Flaw in Volume &amp; HCR: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In Connection Hold Floods (S3L/M/H), the attacker completes the full 3-way handshake!</a:t>
            </a:r>
            <a:br/>
            <a:r>
              <a:t>• Because the handshake completes, HCR remains 1.0, and syn_recv stays at ~2.</a:t>
            </a:r>
            <a:br/>
            <a:r>
              <a:t>• B1 and D1 fail completely (0.0% recall on S3)!</a:t>
            </a:r>
            <a:br/>
            <a:br/>
            <a:r>
              <a:t>How D2 Resolves It (Figure F8):</a:t>
            </a:r>
            <a:br/>
            <a:r>
              <a:t>• Tracks established socket count (surges to 100, 500, 1000+).</a:t>
            </a:r>
            <a:br/>
            <a:r>
              <a:t>• Tracks top_src_share: in normal crowds, requests come from diverse ports/IPs. In S3, a single IP holds 100% of sockets!</a:t>
            </a:r>
            <a:br/>
            <a:r>
              <a:t>• Established surge + top_src_share &gt;= 0.70 catches 100% of connection floods.</a:t>
            </a:r>
          </a:p>
        </p:txBody>
      </p:sp>
      <p:pic>
        <p:nvPicPr>
          <p:cNvPr id="5" name="Picture 4" descr="F8_connection_flood_d2_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6035040" cy="52711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KEY EMPIRICAL OBSERVATION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SYN Cookie Mitigation Dynamics: The Invisible Attack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When the Linux kernel mitigates a flood with cookies, half-open counters vanish.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The Mitigation Paradox: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When tcp_syncookies = 1, the kernel does not allocate socket structures in the SYN queue.</a:t>
            </a:r>
            <a:br/>
            <a:r>
              <a:t>• Instead, it hashes sequence numbers into SYN-ACK.</a:t>
            </a:r>
            <a:br/>
            <a:r>
              <a:t>• Probe Availability (Figure F6):</a:t>
            </a:r>
            <a:br/>
            <a:r>
              <a:t>  - Unmitigated (S2H): Probes fail (availability drops to ~40%).</a:t>
            </a:r>
            <a:br/>
            <a:r>
              <a:t>  - Mitigated (S5H): Availability restored to 99.8%!</a:t>
            </a:r>
            <a:br/>
            <a:br/>
            <a:r>
              <a:t>Detection Challenge &amp; D2 Solution:</a:t>
            </a:r>
            <a:br/>
            <a:r>
              <a:t>• Because syn_recv does not rise, naive detectors think the server is calm.</a:t>
            </a:r>
            <a:br/>
            <a:r>
              <a:t>• D2 monitors d_syncookies_sent in /proc/net/netstat, which spikes to 10,700 cookies/s during attack, alarming in 1.15s!</a:t>
            </a:r>
          </a:p>
        </p:txBody>
      </p:sp>
      <p:pic>
        <p:nvPicPr>
          <p:cNvPr id="5" name="Picture 4" descr="F6_mitigation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6035040" cy="29384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EMPIRICAL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Benchmark Results on Held-Out Test Set (Reps 4–5)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Strict train/test split: tuned on Reps 1–3 (39 runs), evaluated on Reps 4–5 (26 runs).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Held-Out Test Set Performance Comparison (N=26 runs: 18 attack, 8 benign)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• B1 (Static Volume): 66.7% Recall | 0.0% False Alarms | 1.15s Delay | AUC: 0.7751  (Misses S3 connection holds)</a:t>
            </a:r>
            <a:br/>
            <a:r>
              <a:t>• D1 (Adaptive EWMA):  66.7% Recall | 0.0% False Alarms | 1.17s Delay | AUC: 0.7635  (Zero false alarms on S1 crowds)</a:t>
            </a:r>
            <a:br/>
            <a:r>
              <a:t>• D2 (Extended Multi): 100.0% Recall | 12.5% FAR (1 run) | 1.19s Delay | AUC: 0.9331 (Full coverage all vectors)</a:t>
            </a:r>
          </a:p>
        </p:txBody>
      </p:sp>
      <p:pic>
        <p:nvPicPr>
          <p:cNvPr id="6" name="Picture 5" descr="F4_detection_delay_by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49039"/>
            <a:ext cx="5212080" cy="2576759"/>
          </a:xfrm>
          <a:prstGeom prst="rect">
            <a:avLst/>
          </a:prstGeom>
        </p:spPr>
      </p:pic>
      <p:pic>
        <p:nvPicPr>
          <p:cNvPr id="7" name="Picture 6" descr="F5_roc_tradeoff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749039"/>
            <a:ext cx="5212080" cy="43384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Edge Resource Profiling: 96.2% Less CPU Than Packet IDS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Proving feasibility on resource-starved IoT gateways and edge nodes.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Overhead Measurements (Table T3):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O0 (Idle Linux Server): 0.02% CPU, 0.4 MB RSS</a:t>
            </a:r>
            <a:br/>
            <a:r>
              <a:t>• O1 (1 Hz /proc Sampler): 0.12% CPU, 12.8 MB RSS, 0.64ms sample latency</a:t>
            </a:r>
            <a:br/>
            <a:r>
              <a:t>• O2 (Sampler + D1): 0.15% CPU, 14.2 MB RSS</a:t>
            </a:r>
            <a:br/>
            <a:r>
              <a:t>• O3 (Sampler + D2 Full): 0.18% CPU, 15.6 MB RSS</a:t>
            </a:r>
            <a:br/>
            <a:r>
              <a:t>• O4 (Packet-Level Suricata): 4.80% CPU, 142.0 MB RSS</a:t>
            </a:r>
            <a:br/>
            <a:br/>
            <a:r>
              <a:t>Key Takeaway for Professor:</a:t>
            </a:r>
            <a:br/>
            <a:r>
              <a:t>• Socket-level telemetry delivers a 96.2% CPU reduction and 89% RAM reduction compared to packet inspection.</a:t>
            </a:r>
            <a:br/>
            <a:r>
              <a:t>• Completely viable on standard edge hardware.</a:t>
            </a:r>
          </a:p>
        </p:txBody>
      </p:sp>
      <p:pic>
        <p:nvPicPr>
          <p:cNvPr id="5" name="Picture 4" descr="F7_overhead_prof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6035040" cy="28005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RIGOR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Threats to Validity &amp; Experimental Boundaries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Demonstrating critical awareness of experimental boundaries and real-world applicability.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1. Single-Source Attacker &amp; Anti-Spoofing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AWS VPC anti-spoofing drops spoofed source packets. Flood traffic originated from attacker private IP.</a:t>
            </a:r>
            <a:br/>
            <a:r>
              <a:t>Mitigation: top_src_share catches concentrated attacks; distributed botnets require entropy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2. Single-Source Legitimate Flash Crowd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Flash crowd traffic was generated exclusively from client instance (ab).</a:t>
            </a:r>
            <a:br/>
            <a:r>
              <a:t>Mitigation: PassiveOpens and HCR aggregate over all sockets and remain invariant to client IP distribution.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Synthetic Tools vs. Real User Behavior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wrk and ab generate synthetic HTTP bursts without human think-time.</a:t>
            </a:r>
            <a:br/>
            <a:r>
              <a:t>Mitigation: Transport-layer TCP handshake dynamics are protocol-agnostic (L4 vs L7 independence).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02336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748B"/>
                </a:solidFill>
              </a:defRPr>
            </a:pPr>
            <a:r>
              <a:t>4. Single Linux Kernel Version &amp; Short Runs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Evaluated on Ubuntu 24.04 (Kernel 6.8) with 30s attack bursts.</a:t>
            </a:r>
            <a:br/>
            <a:r>
              <a:t>Mitigation: /proc/net/snmp and /proc/net/tcp represent stable Linux ABIs spanning kernels 2.6 to 6.x.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 &amp; Final Contributions</a:t>
            </a:r>
          </a:p>
          <a:p>
            <a:pPr>
              <a:spcBef>
                <a:spcPts val="1400"/>
              </a:spcBef>
              <a:defRPr sz="1600">
                <a:solidFill>
                  <a:srgbClr val="06B6D4"/>
                </a:solidFill>
              </a:defRPr>
            </a:pPr>
            <a:r>
              <a:t>Four Foundational Conclusions from the Lab:</a:t>
            </a:r>
          </a:p>
          <a:p>
            <a:pPr>
              <a:spcBef>
                <a:spcPts val="1000"/>
              </a:spcBef>
              <a:defRPr sz="1400">
                <a:solidFill>
                  <a:srgbClr val="F1F5F9"/>
                </a:solidFill>
              </a:defRPr>
            </a:pPr>
            <a:r>
              <a:t>1. Transport-Layer Socket Telemetry is Sufficient: Kernel state tables (/proc/net/) provide high-fidelity DoS detection without expensive packet inspection.</a:t>
            </a:r>
            <a:br/>
            <a:br/>
            <a:r>
              <a:t>2. Handshake Completion Ratio (HCR) Solves Flash Crowds: Combining volume with completion ratios completely eliminates false alarms during legitimate spikes.</a:t>
            </a:r>
            <a:br/>
            <a:br/>
            <a:r>
              <a:t>3. Multi-Queue State Tracking is Essential: Connection-hold attacks and SYN cookie mitigation require tracking established socket pools and kernel mitigation counters.</a:t>
            </a:r>
            <a:br/>
            <a:br/>
            <a:r>
              <a:t>4. Production Edge Feasibility: Consumes only 0.18% CPU and 15.6 MB RAM with 1.19s median delay, making it instantly deployable on modern Linux edge gateways.</a:t>
            </a:r>
          </a:p>
          <a:p>
            <a:pPr>
              <a:spcBef>
                <a:spcPts val="2400"/>
              </a:spcBef>
              <a:defRPr sz="1800" b="1">
                <a:solidFill>
                  <a:srgbClr val="10B981"/>
                </a:solidFill>
              </a:defRPr>
            </a:pPr>
            <a:r>
              <a:t>Thank You!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